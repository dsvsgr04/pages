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name, batch, and course. State the project title clearly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simply: this is your actual portfolio, not a throwaway assignment. It uses every HTML concept from the module in one real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chance to explain the real-world motivation, not just 'sir assigned it.' A portfolio site solves the problem of a fresher having no single professional presence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clear goals. Emphasize the second one especially - this project was about applying every concept from the module in one real, working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list of HTML5 concepts and technologies actually used across the 8 pages - no CSS or JavaScript, since this module was specifically about mastering HTML fundamentals.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real pages, not five. Walk through them briefly - each one ties back to real content about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as a simple flow - all pages connect through one shared nav bar, so a visitor can move freely between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your own roadmap right before switching to the browser. Point out exactly this one distinctive feature per page during the live demo, so nothing gets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code line by line here. Just explain what each file/page is responsible for at a high level - save the detailed explanation for the live source code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genuine problems you solved yourself - not rehearsed lines. Speak to them naturally since you actually debugged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understanding, not just usage - be ready to explain any one of these points in more depth if asked, especially the meter vs progress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summarizing what you personally gained, then thank the audience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097280"/>
            <a:ext cx="3200400" cy="3200400"/>
          </a:xfrm>
          <a:prstGeom prst="ellipse">
            <a:avLst/>
          </a:prstGeom>
          <a:solidFill>
            <a:srgbClr val="2C3A72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474720"/>
            <a:ext cx="2743200" cy="2743200"/>
          </a:xfrm>
          <a:prstGeom prst="ellipse">
            <a:avLst/>
          </a:prstGeom>
          <a:solidFill>
            <a:srgbClr val="2C3A7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Module Completion Project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Multi-Page Resume Portfolio Website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Vidya Sagar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Development | Batch 61, Full Stack Experts Academy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4356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project?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7556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8-page HTML resume portfolio website covering Home, About, Education, Skills, Projects, Achievements, Gallery, and Contact.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3500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700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as the HTML Module Completion Project, and used as a real opportunity to build a genuine, working portfolio for myself.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4356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it solve?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7556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and evaluators need one place to see academic background, skills, and real projects together, instead of scattered resumes and links.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3500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useful?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700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well-organized link to share for placements, showing both technical ability and genuine project history.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professional portfolio website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 HTML concept covered in the module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real skills, education, and projects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honest online professional identity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2344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12344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Attributes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2344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2344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Tags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02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Entities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9202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9202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060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6060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6060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6060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26060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918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2918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2918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(ul, ol, dl)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2918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32918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977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39776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3977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Tag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9776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977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&amp; Summary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6634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6634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 &amp; Sub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466344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3337560" y="46634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Rowspan &amp; Colspan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objective, quick info, skill progress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463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7556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Biography, hobbies, daily routine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556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Qualifications, certifications, timetable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463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17556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skills, meters, breakdown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1272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site, Portfolio, SecureVision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5176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1272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certifications, community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1272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grid, audio, video, embedded demo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0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2834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3127248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Info, map, three forms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150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57734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2C3A72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8318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8318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8902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2C3A72"/>
          </a:solidFill>
          <a:ln/>
        </p:spPr>
      </p:sp>
      <p:sp>
        <p:nvSpPr>
          <p:cNvPr id="10" name="Text 8"/>
          <p:cNvSpPr/>
          <p:nvPr/>
        </p:nvSpPr>
        <p:spPr>
          <a:xfrm>
            <a:off x="358902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9486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9486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0070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2C3A72"/>
          </a:solidFill>
          <a:ln/>
        </p:spPr>
      </p:sp>
      <p:sp>
        <p:nvSpPr>
          <p:cNvPr id="14" name="Text 12"/>
          <p:cNvSpPr/>
          <p:nvPr/>
        </p:nvSpPr>
        <p:spPr>
          <a:xfrm>
            <a:off x="560070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0654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0654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12380" y="2286000"/>
            <a:ext cx="960120" cy="594360"/>
          </a:xfrm>
          <a:prstGeom prst="roundRect">
            <a:avLst>
              <a:gd name="adj" fmla="val 9231"/>
            </a:avLst>
          </a:prstGeom>
          <a:solidFill>
            <a:srgbClr val="2C3A72"/>
          </a:solidFill>
          <a:ln/>
        </p:spPr>
      </p:sp>
      <p:sp>
        <p:nvSpPr>
          <p:cNvPr id="18" name="Text 16"/>
          <p:cNvSpPr/>
          <p:nvPr/>
        </p:nvSpPr>
        <p:spPr>
          <a:xfrm>
            <a:off x="7612380" y="228600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the same navigation bar, linking all 8 pages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Standout Feature Per Page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cue sheet for the live demo - what to highlight on each page: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7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banner &amp; progress bars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4173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527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856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 &amp; tech stack tables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27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56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Rowspan timetable &amp; sup/sub formulas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4173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527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1856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tag &amp; collapsible breakdown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986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2278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details &amp; summary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27889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8986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2278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entities showcase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986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2278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 &amp; embedded iframe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7889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28986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32278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forms &amp; map iframe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entire code - just what each file is responsible for: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0F3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636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379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structure - nav, banner, quick info, progress bars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0F3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408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 / education.html / skills.html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151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academic, and technical detail 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0F3F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181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projects.html / achievements.html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3924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 showcase and milestones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0F3F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953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gallery.html / contact.html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1696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gallery and three functional forms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form fields into straight columns across three different forms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difference between meter and progress tags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case-sensitive filename issues during GitHub Pages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real dependency conflict (TensorFlow, mediapipe, protobuf) in the SecureVision project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shaped layout and style long before CSS existed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add real meaning to structure, not just visual grouping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tags bring interactivity into a page without any JavaScript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structure data collection even without a working backend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0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690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tag choices, like meter versus progress, carry real semantic meaning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C3A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apply every core HTML concept in one real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confidence in tables, forms, multimedia, and semantic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 a genuine portfolio, ready to share with recruiters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Vidya Sagar | dsvsgrr04@gmail.com | github.com/Dsvsgr04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Module Completion Project</dc:title>
  <dc:subject>PptxGenJS Presentation</dc:subject>
  <dc:creator>D. Vidya Sagar</dc:creator>
  <cp:lastModifiedBy>D. Vidya Sagar</cp:lastModifiedBy>
  <cp:revision>1</cp:revision>
  <dcterms:created xsi:type="dcterms:W3CDTF">2026-07-09T13:03:52Z</dcterms:created>
  <dcterms:modified xsi:type="dcterms:W3CDTF">2026-07-09T13:03:52Z</dcterms:modified>
</cp:coreProperties>
</file>